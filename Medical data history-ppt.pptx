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PRCE-001: Medical Data History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SQL + Docker + Report Project</a:t>
            </a:r>
          </a:p>
          <a:p>
            <a:r>
              <a:t>Generated on 19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and manage patient medical history.</a:t>
            </a:r>
          </a:p>
          <a:p>
            <a:r>
              <a:t>Use SQL database for structured data storage.</a:t>
            </a:r>
          </a:p>
          <a:p>
            <a:r>
              <a:t>Deploy application using Docker.</a:t>
            </a:r>
          </a:p>
          <a:p>
            <a:r>
              <a:t>Generate reports for doctors and hospitals.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Maintain secure medical records.</a:t>
            </a:r>
          </a:p>
          <a:p>
            <a:r>
              <a:t>Track patient history and treatments.</a:t>
            </a:r>
          </a:p>
          <a:p>
            <a:r>
              <a:t>Improve report generation speed.</a:t>
            </a:r>
          </a:p>
          <a:p>
            <a:r>
              <a:t>Support easy database backup and recovery.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Database (MySQL/PostgreSQL).</a:t>
            </a:r>
          </a:p>
          <a:p>
            <a:r>
              <a:t>Docker for containerization.</a:t>
            </a:r>
          </a:p>
          <a:p>
            <a:r>
              <a:t>Python or Java backend.</a:t>
            </a:r>
          </a:p>
          <a:p>
            <a:r>
              <a:t>Power BI or Excel for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 Table.</a:t>
            </a:r>
          </a:p>
          <a:p>
            <a:r>
              <a:t>Doctor Table.</a:t>
            </a:r>
          </a:p>
          <a:p>
            <a:r>
              <a:t>Appointment Table.</a:t>
            </a:r>
          </a:p>
          <a:p>
            <a:r>
              <a:t>Medical History Table.</a:t>
            </a:r>
          </a:p>
          <a:p>
            <a:r>
              <a:t>Prescription 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SQL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* FROM patients;</a:t>
            </a:r>
          </a:p>
          <a:p>
            <a:r>
              <a:t>SELECT * FROM medical_history WHERE patient_id = 101;</a:t>
            </a:r>
          </a:p>
          <a:p>
            <a:r>
              <a:t>INSERT INTO appointments VALUES (...);</a:t>
            </a:r>
          </a:p>
          <a:p>
            <a:r>
              <a:t>UPDATE prescriptions SET status='Completed';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Dockerfile.</a:t>
            </a:r>
          </a:p>
          <a:p>
            <a:r>
              <a:t>Use docker-compose for database services.</a:t>
            </a:r>
          </a:p>
          <a:p>
            <a:r>
              <a:t>Run containers using Docker Desktop.</a:t>
            </a:r>
          </a:p>
          <a:p>
            <a:r>
              <a:t>Deploy application in isolated environment.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Reports and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patient reports.</a:t>
            </a:r>
          </a:p>
          <a:p>
            <a:r>
              <a:t>Disease history analysis.</a:t>
            </a:r>
          </a:p>
          <a:p>
            <a:r>
              <a:t>Doctor performance reports.</a:t>
            </a:r>
          </a:p>
          <a:p>
            <a:r>
              <a:t>Hospital department statistics.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medical data storage.</a:t>
            </a:r>
          </a:p>
          <a:p>
            <a:r>
              <a:t>Fast access to patient records.</a:t>
            </a:r>
          </a:p>
          <a:p>
            <a:r>
              <a:t>Improved healthcare management.</a:t>
            </a:r>
          </a:p>
          <a:p>
            <a:r>
              <a:t>Easy deployment with Docker.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AI-based diagnosis support.</a:t>
            </a:r>
          </a:p>
          <a:p>
            <a:r>
              <a:t>Cloud deployment using AWS or Azure.</a:t>
            </a:r>
          </a:p>
          <a:p>
            <a:r>
              <a:t>Mobile application integration.</a:t>
            </a:r>
          </a:p>
          <a:p>
            <a:r>
              <a:t>Advanced dashboard visualization.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ensures structured medical data storage.</a:t>
            </a:r>
          </a:p>
          <a:p>
            <a:r>
              <a:t>Docker simplifies deployment and scaling.</a:t>
            </a:r>
          </a:p>
          <a:p>
            <a:r>
              <a:t>Reports improve healthcare decision-making.</a:t>
            </a:r>
          </a:p>
          <a:p>
            <a:r>
              <a:t>Project supports modern hospital management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