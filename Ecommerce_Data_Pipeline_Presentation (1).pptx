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 record rate (%)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pipeline</c:v>
                  </c:pt>
                  <c:pt idx="1">
                    <c:v>After pipeline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 to report</c:v>
                </c:pt>
              </c:strCache>
            </c:strRef>
          </c:tx>
          <c:spPr>
            <a:solidFill>
              <a:srgbClr val="C99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 (2 days)</c:v>
                  </c:pt>
                  <c:pt idx="1">
                    <c:v>After (auto)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2880</c:v>
                </c:pt>
                <c:pt idx="1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54577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342900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7D2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Medallion-Architecture ETL Pipeline on AWS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3977640"/>
            <a:ext cx="2011680" cy="0"/>
          </a:xfrm>
          <a:prstGeom prst="line">
            <a:avLst/>
          </a:prstGeom>
          <a:noFill/>
          <a:ln w="31750">
            <a:solidFill>
              <a:srgbClr val="C99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2062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1C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PySpark   •   Python   •   SQL   •   AWS S3   •   AWS Glue   •   Power BI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1C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Naimuddin Khan   |   Data Engineer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Turning raw e-commerce data into governed, analytics-ready 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project implements an end-to-end data engineering pipeline that ingests, cleans, transforms, and analyzes e-commerce transactional data at scale — using a Medallion architecture (Bronze → Silver → Gold) built on AWS.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6060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5C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data entities ingested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3749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Orders, Customers, Products, Clickstream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24688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6060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5C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Medallion layers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0" y="3749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Bronze (raw) → Silver (cleaned) → Gold (BI-ready)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6060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&lt;15 min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5508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5C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 to produce a revenue report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3749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 from ~2 days manual (Excel)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98280" y="246888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35440" y="26060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&lt;0.5%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3544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E5C8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quality issues after cleaning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35440" y="37490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 from ~7% in raw source 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074920"/>
            <a:ext cx="1127729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 a layered data lake separating raw, cleaned, and business-ready data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reusable, parameterized PySpark ETL jobs deployable as AWS Glue jobs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 a star schema in Gold for fast, low-cost SQL analytics via Athena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 a self-service Power BI dashboard for revenue &amp; operational tracking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Pipeline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Medallion architecture (Bronze → Silver → Gold) on AWS</a:t>
            </a:r>
            <a:endParaRPr lang="en-US" sz="1300" dirty="0"/>
          </a:p>
        </p:txBody>
      </p:sp>
      <p:pic>
        <p:nvPicPr>
          <p:cNvPr id="4" name="Image 0" descr="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10817352" cy="5117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806440"/>
            <a:ext cx="10817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Apache Airflow orchestrates the daily run — triggering S3 ingestion, sequencing the Glue jobs, running data-quality checks between stages, and alerting on failure. Every task is idempotent and safely re-runnable for backfills.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Medallion Layers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layer improves data quality and structure incrementally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0"/>
            <a:ext cx="3520440" cy="3200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BRONZE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Raw, immutable copy of source data — ingested as-is, schema-enforced.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4160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STORAGE FORMAT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44348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Parquet on S3, partitioned by date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55448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A7F8E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2011680"/>
            <a:ext cx="3520440" cy="320040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5544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SILVER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26280" y="26060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Deduplicated, null-filtered, type-cast, and conformed against dimensions.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4160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7F8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STORAGE FORMAT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44348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Parquet on S3, partitioned by entity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55448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55448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C99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2011680"/>
            <a:ext cx="3520440" cy="320040"/>
          </a:xfrm>
          <a:prstGeom prst="rect">
            <a:avLst/>
          </a:prstGeom>
          <a:solidFill>
            <a:srgbClr val="C99A2E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15544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66760" y="26060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Aggregated, business-level star schema optimized for BI consumption.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4160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STORAGE FORMAT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66760" y="44348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Parquet on S3 + Redshift Serverless / Athena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Sources &amp; Schema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Four core entities land daily in the S3 landing zone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237744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  <a:gridCol w="70683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Entity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Grain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Key Fields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orders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 row per order line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order_id, customer_id, product_id, order_date, qty, unit_price, status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customers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 row per customer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customer_id, name, email, signup_date, region, segment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products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 row per SKU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product_id, category, sub_category, brand, cost_price, list_price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clickstream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 row per event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session_id, customer_id, event_type, product_id, event_ts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11274552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Gold Layer Star Schema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47548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fact_orders sits at the center, joined to conformed dimensions dim_customer, dim_product, and dim_date — optimized for fast aggregation queries in Athena / Redshift Serverless.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Cloud-native, cost-efficient, and built for scale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09928"/>
            <a:ext cx="146304" cy="14630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6459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STORAGE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AWS S3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Partitioned Parquet data lake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709928"/>
            <a:ext cx="146304" cy="146304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1" name="Text 9"/>
          <p:cNvSpPr/>
          <p:nvPr/>
        </p:nvSpPr>
        <p:spPr>
          <a:xfrm>
            <a:off x="4828032" y="16459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0" y="1892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PySpark + AWS Glue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Distributed, managed Spark ETL jobs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709928"/>
            <a:ext cx="146304" cy="146304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6" name="Text 14"/>
          <p:cNvSpPr/>
          <p:nvPr/>
        </p:nvSpPr>
        <p:spPr>
          <a:xfrm>
            <a:off x="8668512" y="16459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12480" y="1892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Apache Airflow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3774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Scheduling, retries, and alerting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401568"/>
            <a:ext cx="146304" cy="146304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3337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QUERY / WAREHOUSE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5844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Athena / Redshift Serverless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1520" y="4069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SQL analytics on the Gold layer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2004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3401568"/>
            <a:ext cx="146304" cy="146304"/>
          </a:xfrm>
          <a:prstGeom prst="ellipse">
            <a:avLst/>
          </a:prstGeom>
          <a:solidFill>
            <a:srgbClr val="7A8B99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3337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LANGUAGE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0" y="35844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+ SQL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069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Transformation logic &amp; analytics queries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2004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3401568"/>
            <a:ext cx="146304" cy="14630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1" name="Text 29"/>
          <p:cNvSpPr/>
          <p:nvPr/>
        </p:nvSpPr>
        <p:spPr>
          <a:xfrm>
            <a:off x="8668512" y="33375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 / REPORTING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12480" y="358444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4069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Stakeholder-facing dashboards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Bronze Layer — Raw Ingestion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PySpark on AWS Glue: schema-enforced ingestion from S3 landing to Bronze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4846320"/>
          </a:xfrm>
          <a:prstGeom prst="roundRect">
            <a:avLst>
              <a:gd name="adj" fmla="val 1132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10725912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 import SparkSession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 import functions as F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 = SparkSession.builder.appName("bronze_ingest").getOrCreate()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schema_orders = "order_id STRING, customer_id STRING, product_id STRING, " 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"order_date STRING, qty INT, unit_price DOUBLE, status STRING"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(spark.read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.option("header", True)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.schema(schema_orders)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.csv("s3://ecom-landing/orders/"))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(df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.withColumn("ingest_ts", F.current_timestamp())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.withColumn("ingest_date", F.to_date("order_date")))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(df.write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.mode("append")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.partitionBy("ingest_date")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.parquet("s3://ecom-datalake/bronze/orders/"))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Silver Layer — Cleaning &amp; Conforming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Deduplication, null-handling, and referential integrity checks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4846320"/>
          </a:xfrm>
          <a:prstGeom prst="roundRect">
            <a:avLst>
              <a:gd name="adj" fmla="val 1132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10725912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 = spark.read.parquet("s3://ecom-datalake/bronze/orders/")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 = (bronze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.dropDuplicates(["order_id"])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.filter(F.col("customer_id").isNotNull() &amp; F.col("product_id").isNotNull())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.withColumn("status", F.lower(F.trim(F.col("status"))))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.withColumn("order_amount", F.round(F.col("qty") * F.col("unit_price"), 2))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.filter(F.col("qty") &gt; 0)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valid_customers = spark.read.parquet("s3://ecom-datalake/silver/customers/") 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.select("customer_id")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 = silver.join(valid_customers, on="customer_id", how="inner")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(silver.write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.mode("overwrite")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.partitionBy("ingest_date")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.parquet("s3://ecom-datalake/silver/orders/"))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Gold Layer — SQL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Athena query on the Gold star schema: revenue by category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4846320"/>
          </a:xfrm>
          <a:prstGeom prst="roundRect">
            <a:avLst>
              <a:gd name="adj" fmla="val 1132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10725912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p.category,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SUM(f.revenue)                 AS total_revenue,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SUM(f.units_sold)              AS total_units,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COUNT(DISTINCT f.customer_id)  AS unique_customers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gold.fact_orders f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gold.dim_product p ON f.product_id = p.product_id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f.order_date &gt;= date_add('month', -3, current_date)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p.category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total_revenue DESC;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Refreshed daily via Athena connector, feeding the Gold layer</a:t>
            </a:r>
            <a:endParaRPr lang="en-US" sz="1300" dirty="0"/>
          </a:p>
        </p:txBody>
      </p:sp>
      <p:pic>
        <p:nvPicPr>
          <p:cNvPr id="4" name="Image 0" descr="asse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9326880" cy="5237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 &amp; Business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Measured before vs. after pipeline adoption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265176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7647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Metric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Before Pipeline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After Pipeline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Time to produce revenue report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~2 days (manual Excel)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&lt; 15 minutes (automated)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Data quality issues (dup/null rows)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~7% of records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&lt; 0.5% of records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Analyst query latency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Full table scan on raw CSV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Sub-5s on partitioned Parquet via Athena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Reporting cadence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Weekly, manual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Daily, automated refresh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quality improvement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4754880"/>
          <a:ext cx="51206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612648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Report turnaround time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126480" y="4754880"/>
          <a:ext cx="55778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Challenges, Learnings &amp; 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Challenges &amp; Learnings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Schema drift in raw CSV drops — fixed with explicit schema enforcement at Bronze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Late-arriving customer records caused Silver join failures — nightly reconciliation job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S3 small-file problem from frequent writes — mitigated via Gold-layer compaction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 Athena query costs — reduced via date partitioning + columnar Parquet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1417320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F4F6F8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46520" y="2103120"/>
            <a:ext cx="50292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pipeline demonstrates a production-style approach to e-commerce data engineering: a governed, layered data lake; reusable PySpark/Glue transformation logic; a query-optimized star schema; and a business-facing BI layer.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design is cloud-native, cost-efficient, and extensible — new sources (e.g. marketing spend, support tickets) can be added as additional Bronze ingestion jobs without disrupting downstream Silver/Gold logic.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Naimuddin Khan  |  Data Engineer  |  nu0396975@gmail.com  |  github.com/naimuddin801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Data Processing Pipeline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2026-08-09T13:03:06Z</dcterms:created>
  <dcterms:modified xsi:type="dcterms:W3CDTF">2026-08-09T13:03:06Z</dcterms:modified>
</cp:coreProperties>
</file>